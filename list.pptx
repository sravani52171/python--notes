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6076950" cy="4552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or_m9b7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zunogf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r1ukz3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hopk2_m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0kasjim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fkiqlrs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4shdvb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682ndd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3" y="-200892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od51spn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4apta37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vd_cn9q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r_zbjql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wppjcz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6s_j7g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h290_n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6g4zr49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pue7__3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qgxns_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qsetyk1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igrl19k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5nr7q5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a3zq_6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fsjm0s9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tlladw8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x9l98k8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ey3wnh7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choons7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zq5pjo3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7ttr1t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u_v_93p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vt6l977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fg9_ok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meuw86y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b7scu7o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xvc8js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yoyjeqx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ur2a_ha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zxs0awy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li416qh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Custom</PresentationFormat>
  <Paragraphs>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2026-07-27T15:31:02Z</dcterms:modified>
  <cp:category/>
</cp:coreProperties>
</file>